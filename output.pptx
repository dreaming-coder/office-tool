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ms-office.chartcolorstyle+xml" PartName="/ppt/charts/colors1.xml"/>
  <Override ContentType="application/vnd.ms-office.chartcolorstyle+xml" PartName="/ppt/charts/colors2.xml"/>
  <Override ContentType="application/vnd.ms-office.chartcolorstyle+xml" PartName="/ppt/charts/colors3.xml"/>
  <Override ContentType="application/vnd.ms-office.chartcolorstyle+xml" PartName="/ppt/charts/colors4.xml"/>
  <Override ContentType="application/vnd.ms-office.chartstyle+xml" PartName="/ppt/charts/style1.xml"/>
  <Override ContentType="application/vnd.ms-office.chartstyle+xml" PartName="/ppt/charts/style2.xml"/>
  <Override ContentType="application/vnd.ms-office.chartstyle+xml" PartName="/ppt/charts/style3.xml"/>
  <Override ContentType="application/vnd.ms-office.chartstyle+xml" PartName="/ppt/charts/style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presProps.xml" Type="http://schemas.openxmlformats.org/officeDocument/2006/relationships/presProps"/><Relationship Id="rId6" Target="viewProps.xml" Type="http://schemas.openxmlformats.org/officeDocument/2006/relationships/viewProps"/><Relationship Id="rId7" Target="theme/theme1.xml" Type="http://schemas.openxmlformats.org/officeDocument/2006/relationships/theme"/><Relationship Id="rId8" Target="tableStyles.xml" Type="http://schemas.openxmlformats.org/officeDocument/2006/relationships/tableStyles"/></Relationships>
</file>

<file path=ppt/charts/_rels/chart1.xml.rels><?xml version="1.0" encoding="UTF-8" standalone="no"?><Relationships xmlns="http://schemas.openxmlformats.org/package/2006/relationships"><Relationship Id="rId1" Target="style1.xml" Type="http://schemas.microsoft.com/office/2011/relationships/chartStyle"/><Relationship Id="rId2" Target="colors1.xml" Type="http://schemas.microsoft.com/office/2011/relationships/chartColorStyle"/><Relationship Id="rId3" Target="../embeddings/Microsoft_Excel_Worksheet.xlsx" Type="http://schemas.openxmlformats.org/officeDocument/2006/relationships/package"/></Relationships>
</file>

<file path=ppt/charts/_rels/chart2.xml.rels><?xml version="1.0" encoding="UTF-8" standalone="no"?><Relationships xmlns="http://schemas.openxmlformats.org/package/2006/relationships"><Relationship Id="rId1" Target="style2.xml" Type="http://schemas.microsoft.com/office/2011/relationships/chartStyle"/><Relationship Id="rId2" Target="colors2.xml" Type="http://schemas.microsoft.com/office/2011/relationships/chartColorStyle"/><Relationship Id="rId3" Target="../embeddings/Microsoft_Excel_Worksheet1.xlsx" Type="http://schemas.openxmlformats.org/officeDocument/2006/relationships/package"/></Relationships>
</file>

<file path=ppt/charts/_rels/chart3.xml.rels><?xml version="1.0" encoding="UTF-8" standalone="no"?><Relationships xmlns="http://schemas.openxmlformats.org/package/2006/relationships"><Relationship Id="rId1" Target="style3.xml" Type="http://schemas.microsoft.com/office/2011/relationships/chartStyle"/><Relationship Id="rId2" Target="colors3.xml" Type="http://schemas.microsoft.com/office/2011/relationships/chartColorStyle"/><Relationship Id="rId3" Target="../embeddings/Microsoft_Excel_Worksheet2.xlsx" Type="http://schemas.openxmlformats.org/officeDocument/2006/relationships/package"/></Relationships>
</file>

<file path=ppt/charts/_rels/chart4.xml.rels><?xml version="1.0" encoding="UTF-8" standalone="no"?><Relationships xmlns="http://schemas.openxmlformats.org/package/2006/relationships"><Relationship Id="rId1" Target="style4.xml" Type="http://schemas.microsoft.com/office/2011/relationships/chartStyle"/><Relationship Id="rId2" Target="colors4.xml" Type="http://schemas.microsoft.com/office/2011/relationships/chartColorStyle"/><Relationship Id="rId3" Target="../embeddings/Microsoft_Excel_Worksheet3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b="1" i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图表标题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语文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李二</c:v>
                </c:pt>
                <c:pt idx="1">
                  <c:v>张三</c:v>
                </c:pt>
                <c:pt idx="2">
                  <c:v>赵四</c:v>
                </c:pt>
                <c:pt idx="3">
                  <c:v>王五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78.0</c:v>
                </c:pt>
                <c:pt idx="1">
                  <c:v>44.0</c:v>
                </c:pt>
                <c:pt idx="2">
                  <c:v>74.0</c:v>
                </c:pt>
                <c:pt idx="3">
                  <c:v>69.0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55-45FE-A394-BB2D59A50A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数学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李二</c:v>
                </c:pt>
                <c:pt idx="1">
                  <c:v>张三</c:v>
                </c:pt>
                <c:pt idx="2">
                  <c:v>赵四</c:v>
                </c:pt>
                <c:pt idx="3">
                  <c:v>王五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52.0</c:v>
                </c:pt>
                <c:pt idx="1">
                  <c:v>23.0</c:v>
                </c:pt>
                <c:pt idx="2">
                  <c:v>84.0</c:v>
                </c:pt>
                <c:pt idx="3">
                  <c:v>86.0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955-45FE-A394-BB2D59A50AE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英语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李二</c:v>
                </c:pt>
                <c:pt idx="1">
                  <c:v>张三</c:v>
                </c:pt>
                <c:pt idx="2">
                  <c:v>赵四</c:v>
                </c:pt>
                <c:pt idx="3">
                  <c:v>王五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63.0</c:v>
                </c:pt>
                <c:pt idx="1">
                  <c:v>99.0</c:v>
                </c:pt>
                <c:pt idx="2">
                  <c:v>71.0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955-45FE-A394-BB2D59A50AE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物理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李二</c:v>
                </c:pt>
                <c:pt idx="1">
                  <c:v>张三</c:v>
                </c:pt>
                <c:pt idx="2">
                  <c:v>赵四</c:v>
                </c:pt>
                <c:pt idx="3">
                  <c:v>王五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40.0</c:v>
                </c:pt>
                <c:pt idx="1">
                  <c:v>50.0</c:v>
                </c:pt>
                <c:pt idx="2">
                  <c:v>60.0</c:v>
                </c:pt>
                <c:pt idx="3">
                  <c:v>70.0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805642751"/>
        <c:axId val="1805643999"/>
      </c:barChart>
      <c:catAx>
        <c:axId val="1805642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805643999"/>
        <c:crosses val="autoZero"/>
        <c:auto val="1"/>
        <c:lblAlgn val="ctr"/>
        <c:lblOffset val="100"/>
        <c:noMultiLvlLbl val="0"/>
      </c:catAx>
      <c:valAx>
        <c:axId val="18056439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8056427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7-4DB1-80E9-B42A38D9F61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7-4DB1-80E9-B42A38D9F6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78761344"/>
        <c:axId val="1378769248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2E7-4DB1-80E9-B42A38D9F6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78761344"/>
        <c:axId val="1378769248"/>
      </c:lineChart>
      <c:catAx>
        <c:axId val="1378761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78769248"/>
        <c:crosses val="autoZero"/>
        <c:auto val="1"/>
        <c:lblAlgn val="ctr"/>
        <c:lblOffset val="100"/>
        <c:noMultiLvlLbl val="0"/>
      </c:catAx>
      <c:valAx>
        <c:axId val="1378769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787613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C7-4BD7-954E-E5997D972EC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C7-4BD7-954E-E5997D972EC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C7-4BD7-954E-E5997D972E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250161375"/>
        <c:axId val="1250167199"/>
      </c:barChart>
      <c:catAx>
        <c:axId val="125016137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250167199"/>
        <c:crosses val="autoZero"/>
        <c:auto val="1"/>
        <c:lblAlgn val="ctr"/>
        <c:lblOffset val="100"/>
        <c:noMultiLvlLbl val="0"/>
      </c:catAx>
      <c:valAx>
        <c:axId val="125016719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2501613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1C-4A81-BE6C-BD3D977F9B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B1C-4A81-BE6C-BD3D977F9B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B1C-4A81-BE6C-BD3D977F9B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8096799"/>
        <c:axId val="1198084735"/>
      </c:barChart>
      <c:catAx>
        <c:axId val="11980967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8084735"/>
        <c:crosses val="autoZero"/>
        <c:auto val="1"/>
        <c:lblAlgn val="ctr"/>
        <c:lblOffset val="100"/>
        <c:noMultiLvlLbl val="0"/>
      </c:catAx>
      <c:valAx>
        <c:axId val="11980847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80967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B5F784-7C9B-1364-75A3-B34594C4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D293B99-121B-B30D-8301-FF3D4DABAC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80B15F-5116-6660-6758-495481B00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7F4ADF-3612-DF3C-46E1-5989FE733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C6E0D4-B68B-6094-FD1A-A7821F9B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72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BBAB63-82EB-ABE4-0231-231098DA3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D2A2BF-2093-14B2-9BE3-1EF0F2B43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90FD34-A399-89BA-BC8E-1A83BE536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9715C7-9587-C738-F2F6-46D55E406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812B9F-C2CB-291D-8800-528A94F25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4185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3EE2C6-EE27-8707-3DCF-140C657E3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8411A48-3FF7-29F8-3A96-095949380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56432D-52F7-B194-E959-6CF87FB8A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C7F009-B4A7-472E-E8FB-4FD7EF12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4CECAF-BB0B-3997-E068-938AE388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32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4D16D5-5B37-FFE3-314B-EC196E874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F9C0E2-901A-28FA-1432-4D603CBFB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6360351-5AD6-D272-CEEA-A79069381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40E897A-52EE-0A6D-571F-F25E6F685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CD45812-F5AC-81AB-2B4A-39AE0C112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38CC428-3CF7-7B5A-6EBC-416878097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5008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0ECB5B-852D-C446-1BEA-500767952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76EED1-9D42-581B-49A7-40E346FC0E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255CAE-4208-DB7F-A97D-8999A4DC6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468835B-9518-B8E9-EC28-CCECF186C9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F984B65-76A4-0BF3-DF18-EC618D2122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A655E65-55E8-3A85-782C-F8E8F0F1A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D978F9F-FFB2-CE3B-4887-39F6B3E78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9C4C8-DB45-45E5-3076-24C9C7852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045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D3F60-91CE-CE21-04D4-E1E1C472C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C5E26E1-EAD9-AB51-D9E0-37BFAAB4E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29EF5CD-E5A7-5FCC-62BC-3B74428EC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7C61EE6-7E59-51A9-574B-41A8EC2D7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8765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94DB316-EFDF-FDB8-97F4-810DBCDA5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7CA036-D84C-DCD7-D632-A3EADF410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06905F-65C8-D9E3-0ED7-21751F71B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121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26D2D4-8310-465F-CC6C-F37DBA9C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2F10C5-A091-5983-4E06-556F59FBF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924C61-4105-3F79-3828-F29FDEBEA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98DAFD1-9DCB-EA73-89B9-0416CAB4E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D2B4136-7100-3897-A552-5FCBCE2B2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206EA86-D14E-7256-E30B-33E0E73C6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8337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0BDD49-5360-9756-2637-6CE3B40D7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CCA2BBE-85E1-E1FA-91A8-D64C876187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D2C6A3-E7C1-40C5-5BAD-2ABCC131A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AC72EE-A4B9-4026-73C4-933D1E4E3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DE333B-6023-3FEF-A9CB-E74B0439C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AB4E15-56E7-E18C-243B-E8B15DB9E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5978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1F04DF-88DF-979E-1CF8-E6F463426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9E4DF-B5AF-8D21-70D7-5F4D5514D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300097-8EFD-2AC1-94E1-9349D5946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A28DFF-9260-CE3B-45CD-D7782DE43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E41223-C18A-285D-1D27-CE60F394D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6977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C87FFEB-F601-E838-069E-C548110414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A49F2C9-3F7F-A37A-C757-5303F3969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DB8DD3-B004-BED4-82F5-B24336066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B5B813-1A81-C24A-9EA7-838C10EA8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37A126-15B8-71AA-53AB-8737FCF8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6719206"/>
      </p:ext>
    </p:extLst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264C368-5D7A-EBB1-C86D-4C5F97EB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364B131-8DEE-C056-D1AB-2C98D7528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70A045-0127-C1EC-BD25-44B9213D06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163836-0777-C25E-CE20-15DC3926C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EEDAB4-09BD-BC73-42B2-A2EA2B152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2818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3.xml" Type="http://schemas.openxmlformats.org/officeDocument/2006/relationships/chart"/><Relationship Id="rId3" Target="../charts/chart4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图表 5">
            <a:extLst>
              <a:ext uri="{FF2B5EF4-FFF2-40B4-BE49-F238E27FC236}">
                <a16:creationId xmlns:a16="http://schemas.microsoft.com/office/drawing/2014/main" id="{DF968280-2F33-17AF-BC2A-96803E9F20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009288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357498529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图表 4">
            <a:extLst>
              <a:ext uri="{FF2B5EF4-FFF2-40B4-BE49-F238E27FC236}">
                <a16:creationId xmlns:a16="http://schemas.microsoft.com/office/drawing/2014/main" id="{09C9A5C8-A5A1-3FD7-D908-90BF2E28B199}"/>
              </a:ext>
            </a:extLst>
          </p:cNvPr>
          <p:cNvGraphicFramePr/>
          <p:nvPr/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44489974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图表 3">
            <a:extLst>
              <a:ext uri="{FF2B5EF4-FFF2-40B4-BE49-F238E27FC236}">
                <a16:creationId xmlns:a16="http://schemas.microsoft.com/office/drawing/2014/main" id="{0FD1B4EE-F661-85D4-A4FA-57B1A06AA1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9363322"/>
              </p:ext>
            </p:extLst>
          </p:nvPr>
        </p:nvGraphicFramePr>
        <p:xfrm>
          <a:off x="324254" y="117273"/>
          <a:ext cx="5451813" cy="36345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61391ED9-47F6-0B30-4F9F-168F5767C2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3998556"/>
              </p:ext>
            </p:extLst>
          </p:nvPr>
        </p:nvGraphicFramePr>
        <p:xfrm>
          <a:off x="6332561" y="3284182"/>
          <a:ext cx="4537122" cy="30247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  <p:extLst>
      <p:ext uri="{BB962C8B-B14F-4D97-AF65-F5344CB8AC3E}">
        <p14:creationId xmlns:p14="http://schemas.microsoft.com/office/powerpoint/2010/main" val="9930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1523</TotalTime>
  <Words>8</Words>
  <Application>Microsoft Office PowerPoint</Application>
  <PresentationFormat>宽屏</PresentationFormat>
  <Paragraphs>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2022-08-23T12:56:45Z</dcterms:created>
  <dc:creator>Yi Lei</dc:creator>
  <cp:lastModifiedBy>Yi Lei</cp:lastModifiedBy>
  <dcterms:modified xsi:type="dcterms:W3CDTF">2022-08-27T14:46:32Z</dcterms:modified>
  <cp:revision>10</cp:revision>
  <dc:title>PowerPoint 演示文稿</dc:title>
</cp:coreProperties>
</file>