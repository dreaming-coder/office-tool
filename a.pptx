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5-45FE-A394-BB2D59A50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5-45FE-A394-BB2D59A50A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5-45FE-A394-BB2D59A50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5642751"/>
        <c:axId val="1805643999"/>
      </c:barChart>
      <c:catAx>
        <c:axId val="180564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3999"/>
        <c:crosses val="autoZero"/>
        <c:auto val="1"/>
        <c:lblAlgn val="ctr"/>
        <c:lblOffset val="100"/>
        <c:noMultiLvlLbl val="0"/>
      </c:catAx>
      <c:valAx>
        <c:axId val="1805643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2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5F784-7C9B-1364-75A3-B34594C4B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293B99-121B-B30D-8301-FF3D4DABA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0B15F-5116-6660-6758-495481B0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F4ADF-3612-DF3C-46E1-5989FE73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6E0D4-B68B-6094-FD1A-A7821F9B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BAB63-82EB-ABE4-0231-231098DA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2A2BF-2093-14B2-9BE3-1EF0F2B4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0FD34-A399-89BA-BC8E-1A83BE53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715C7-9587-C738-F2F6-46D55E40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12B9F-C2CB-291D-8800-528A94F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EE2C6-EE27-8707-3DCF-140C657E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411A48-3FF7-29F8-3A96-09594938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6432D-52F7-B194-E959-6CF87FB8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7F009-B4A7-472E-E8FB-4FD7EF12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CECAF-BB0B-3997-E068-938AE388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3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D16D5-5B37-FFE3-314B-EC196E87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9C0E2-901A-28FA-1432-4D603CBFB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360351-5AD6-D272-CEEA-A79069381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E897A-52EE-0A6D-571F-F25E6F68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D45812-F5AC-81AB-2B4A-39AE0C11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CC428-3CF7-7B5A-6EBC-41687809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0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ECB5B-852D-C446-1BEA-50076795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76EED1-9D42-581B-49A7-40E346FC0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255CAE-4208-DB7F-A97D-8999A4DC6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68835B-9518-B8E9-EC28-CCECF186C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984B65-76A4-0BF3-DF18-EC618D212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655E65-55E8-3A85-782C-F8E8F0F1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978F9F-FFB2-CE3B-4887-39F6B3E7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69C4C8-DB45-45E5-3076-24C9C785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4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D3F60-91CE-CE21-04D4-E1E1C472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E26E1-EAD9-AB51-D9E0-37BFAAB4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9EF5CD-E5A7-5FCC-62BC-3B74428E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61EE6-7E59-51A9-574B-41A8EC2D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6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4DB316-EFDF-FDB8-97F4-810DBCDA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7CA036-D84C-DCD7-D632-A3EADF41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06905F-65C8-D9E3-0ED7-21751F71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2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6D2D4-8310-465F-CC6C-F37DBA9C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F10C5-A091-5983-4E06-556F59F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924C61-4105-3F79-3828-F29FDEBEA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DAFD1-9DCB-EA73-89B9-0416CAB4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B4136-7100-3897-A552-5FCBCE2B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06EA86-D14E-7256-E30B-33E0E73C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3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BDD49-5360-9756-2637-6CE3B40D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CA2BBE-85E1-E1FA-91A8-D64C8761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D2C6A3-E7C1-40C5-5BAD-2ABCC131A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AC72EE-A4B9-4026-73C4-933D1E4E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E333B-6023-3FEF-A9CB-E74B0439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AB4E15-56E7-E18C-243B-E8B15DB9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97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F04DF-88DF-979E-1CF8-E6F46342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9E4DF-B5AF-8D21-70D7-5F4D5514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00097-8EFD-2AC1-94E1-9349D594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28DFF-9260-CE3B-45CD-D7782DE4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41223-C18A-285D-1D27-CE60F394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87FFEB-F601-E838-069E-C54811041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9F2C9-3F7F-A37A-C757-5303F3969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B8DD3-B004-BED4-82F5-B2433606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5B813-1A81-C24A-9EA7-838C10EA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7A126-15B8-71AA-53AB-8737FCF8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1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64C368-5D7A-EBB1-C86D-4C5F97EB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4B131-8DEE-C056-D1AB-2C98D752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0A045-0127-C1EC-BD25-44B9213D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EB9C7-8ECD-4224-A64B-EEB26508092E}" type="datetimeFigureOut">
              <a:rPr lang="zh-CN" altLang="en-US" smtClean="0"/>
              <a:t>2022/8/23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63836-0777-C25E-CE20-15DC3926C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EDAB4-09BD-BC73-42B2-A2EA2B15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8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F968280-2F33-17AF-BC2A-96803E9F2014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498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 Lei</dc:creator>
  <cp:lastModifiedBy>Yi Lei</cp:lastModifiedBy>
  <cp:revision>1</cp:revision>
  <dcterms:created xsi:type="dcterms:W3CDTF">2022-08-23T12:56:45Z</dcterms:created>
  <dcterms:modified xsi:type="dcterms:W3CDTF">2022-08-23T12:56:56Z</dcterms:modified>
</cp:coreProperties>
</file>